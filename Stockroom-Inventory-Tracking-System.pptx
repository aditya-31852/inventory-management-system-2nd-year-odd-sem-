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Big Shoulders ExtraBold"/>
      <p:regular r:id="rId201314"/>
    </p:embeddedFont>
    <p:embeddedFont>
      <p:font typeface="Hanken Grotesk"/>
      <p:regular r:id="rId201315"/>
    </p:embeddedFont>
    <p:embeddedFont>
      <p:font typeface="Hanken Grotesk Bold"/>
      <p:regular r:id="rId201316"/>
    </p:embeddedFont>
    <p:embeddedFont>
      <p:font typeface="Red Hat Mon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Stockroom as a 3rd semester project designed to replace chaotic manual tracking with a clean, centralized inventory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core problems: spreadsheet fragmentation, missed low-stock items, and the immediate need for a centralized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five core objectives established for the semester build: clean interface, granular SKU tracking, automated low-stock detection, full CRUD, and responsiveness.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technology decisions: vanilla HTML5/CSS3/JavaScript ES6+, LocalStorage for browser persistence, and Git/GitHub for version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key system features: authentication, dashboard, metrics, low-stock warnings, location counts, CRUD operations, and filtering.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pipeline step by step: authentication, dashboard display, CRUD input trigger, serialization into LocalStorage, and automatic UI re-rendering.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down the clean repository structure: HTML views, JavaScript controllers, styles, and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the practical inventory-tracking prototype, its frontend development and Git workflow, then outline future scope: backend/database, role-based access, barcode scanning, audit history and cloud deployment. Direct the panel to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237" cy="68580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09600"/>
            <a:ext cx="5384665" cy="1028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88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STOCKROOM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609585" y="1844080"/>
            <a:ext cx="5384665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Inventory Tracking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09585" y="5730875"/>
            <a:ext cx="538466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spcAft>
                <a:spcPts val="1600"/>
              </a:spcAft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Academic Review · 3rd Semester Project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Frontend Software Engineering Demonstration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3068" y="330200"/>
            <a:ext cx="690862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CURRENT BOTTLENECKS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283068" y="628650"/>
            <a:ext cx="6451439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PROBLEM STATEMENT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5283068" y="1436291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0185" y="1531541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16454" y="1474391"/>
            <a:ext cx="5918052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Spreadsheet fragmentation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816454" y="1916906"/>
            <a:ext cx="591805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Unlinked files make stock tracking difficult to maintain and synchronize.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83068" y="263822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20185" y="2733477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816454" y="2676327"/>
            <a:ext cx="5918052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Overlooked stock thresholds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816454" y="3118842"/>
            <a:ext cx="591805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Low-stock items and depleted SKUs go unnoticed until shortages happen.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83068" y="3840163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0185" y="3935413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16454" y="3878262"/>
            <a:ext cx="5918052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Lack of unified visibility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5816454" y="4320778"/>
            <a:ext cx="591805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centralized web interface is needed to make stock levels effortless to monitor.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876678" y="5148461"/>
            <a:ext cx="7315017" cy="1709539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18" name="Text 15"/>
          <p:cNvSpPr/>
          <p:nvPr/>
        </p:nvSpPr>
        <p:spPr>
          <a:xfrm>
            <a:off x="5283068" y="5458023"/>
            <a:ext cx="6451439" cy="607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52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ZERO VISIBILITY</a:t>
            </a:r>
            <a:endParaRPr lang="en-US" sz="5200" dirty="0"/>
          </a:p>
        </p:txBody>
      </p:sp>
      <p:sp>
        <p:nvSpPr>
          <p:cNvPr id="19" name="Text 16"/>
          <p:cNvSpPr/>
          <p:nvPr/>
        </p:nvSpPr>
        <p:spPr>
          <a:xfrm>
            <a:off x="5283068" y="6294140"/>
            <a:ext cx="6908627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when spreadsheets fall out of sync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PROJECT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55650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CORE OBJECTIVES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33600"/>
            <a:ext cx="571486" cy="571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911475"/>
            <a:ext cx="1574761" cy="554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Clean Web Interface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09585" y="3631406"/>
            <a:ext cx="1574761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Build an intuitive, responsive management interface for daily operations.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33" y="2133600"/>
            <a:ext cx="571486" cy="571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2333" y="2911475"/>
            <a:ext cx="1930352" cy="554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Multi-Attribute Tracking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2692333" y="3631406"/>
            <a:ext cx="193035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Track precise item quantity, SKU identifiers, and stockroom shelf locations.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876678" y="1828800"/>
            <a:ext cx="2438339" cy="5029200"/>
          </a:xfrm>
          <a:prstGeom prst="rect">
            <a:avLst/>
          </a:prstGeom>
          <a:solidFill>
            <a:srgbClr val="FF842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672" y="2133600"/>
            <a:ext cx="571486" cy="571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30672" y="2911475"/>
            <a:ext cx="1930352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Low-Stock Alerts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5130672" y="3353991"/>
            <a:ext cx="1930352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Automatically identify and highlight low-quantity inventory for reorder.</a:t>
            </a:r>
            <a:endParaRPr lang="en-US" sz="16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9011" y="2133600"/>
            <a:ext cx="571486" cy="571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69011" y="2911475"/>
            <a:ext cx="1930352" cy="554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Complete CRUD Tools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7569011" y="3631406"/>
            <a:ext cx="1930352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Provide full search, category filtering, add, edit, and deletion capabilities.</a:t>
            </a:r>
            <a:endParaRPr lang="en-US" sz="16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7350" y="2133600"/>
            <a:ext cx="571486" cy="571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07350" y="2911475"/>
            <a:ext cx="157476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Responsive UI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10007350" y="3353991"/>
            <a:ext cx="1574761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Ensure smooth layouts across desktop and mobile terminal viewports.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2431989" y="1828800"/>
            <a:ext cx="12700" cy="5029200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1" name="Shape 14"/>
          <p:cNvSpPr/>
          <p:nvPr/>
        </p:nvSpPr>
        <p:spPr>
          <a:xfrm>
            <a:off x="4870328" y="1828800"/>
            <a:ext cx="12700" cy="5029200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2" name="Shape 15"/>
          <p:cNvSpPr/>
          <p:nvPr/>
        </p:nvSpPr>
        <p:spPr>
          <a:xfrm>
            <a:off x="7308667" y="1828800"/>
            <a:ext cx="12700" cy="5029200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3" name="Shape 16"/>
          <p:cNvSpPr/>
          <p:nvPr/>
        </p:nvSpPr>
        <p:spPr>
          <a:xfrm>
            <a:off x="9747006" y="1828800"/>
            <a:ext cx="12700" cy="5029200"/>
          </a:xfrm>
          <a:prstGeom prst="rect">
            <a:avLst/>
          </a:prstGeom>
          <a:solidFill>
            <a:srgbClr val="16171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57200"/>
            <a:ext cx="7924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ENGINEERING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755650"/>
            <a:ext cx="7467413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TECHNOLOGY STACK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609585" y="1563291"/>
            <a:ext cx="2412940" cy="19512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1829" y="1760141"/>
            <a:ext cx="196845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HTML5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31829" y="2202656"/>
            <a:ext cx="219069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Structure &amp; Forms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1829" y="2542381"/>
            <a:ext cx="196845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Page structure and forms.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174921" y="1563291"/>
            <a:ext cx="2362141" cy="19512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97165" y="1760141"/>
            <a:ext cx="1917652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CSS3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397165" y="2202656"/>
            <a:ext cx="191765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Styling &amp; Responsiveness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7165" y="2748756"/>
            <a:ext cx="191765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Responsive design and UI styling.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89458" y="1563291"/>
            <a:ext cx="2387540" cy="19512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1702" y="1760141"/>
            <a:ext cx="194305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JavaScript (ES6+)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911702" y="2202656"/>
            <a:ext cx="216529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Application Logic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11702" y="2542381"/>
            <a:ext cx="1943051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Application logic and DOM events.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585" y="3666927"/>
            <a:ext cx="2412940" cy="2029321"/>
          </a:xfrm>
          <a:prstGeom prst="rect">
            <a:avLst/>
          </a:prstGeom>
          <a:solidFill>
            <a:srgbClr val="FF8424"/>
          </a:solidFill>
          <a:ln w="19050">
            <a:solidFill>
              <a:srgbClr val="1617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829" y="3863777"/>
            <a:ext cx="1968451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LocalStorage API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1829" y="4306292"/>
            <a:ext cx="219069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Client Persistence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829" y="4646017"/>
            <a:ext cx="196845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Demo persistence and session management.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74921" y="3666927"/>
            <a:ext cx="4902077" cy="2029321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7165" y="3838377"/>
            <a:ext cx="4457588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Git &amp; GitHub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397165" y="4280892"/>
            <a:ext cx="467983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Version Control &amp; Collaboration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97165" y="4620617"/>
            <a:ext cx="4679833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Version control and project repository.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585" y="6270625"/>
            <a:ext cx="7924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100% Client-Side Architecture · Zero External Dependencies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34187" y="0"/>
            <a:ext cx="3657509" cy="68580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26" name="Text 24"/>
          <p:cNvSpPr/>
          <p:nvPr/>
        </p:nvSpPr>
        <p:spPr>
          <a:xfrm>
            <a:off x="8940576" y="3445570"/>
            <a:ext cx="2844729" cy="158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8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5 CORE TOOLS</a:t>
            </a:r>
            <a:endParaRPr lang="en-US" sz="6800" dirty="0"/>
          </a:p>
        </p:txBody>
      </p:sp>
      <p:sp>
        <p:nvSpPr>
          <p:cNvPr id="27" name="Text 25"/>
          <p:cNvSpPr/>
          <p:nvPr/>
        </p:nvSpPr>
        <p:spPr>
          <a:xfrm>
            <a:off x="8940576" y="5263059"/>
            <a:ext cx="284472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Clean vanilla web stack delivering dependable offline-ready capability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08000"/>
            <a:ext cx="426709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806450"/>
            <a:ext cx="3860703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SYSTEM FEATURES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585" y="2193131"/>
            <a:ext cx="386070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cohesive suite designed for day-to-day stockroom operations and visibility.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808835"/>
            <a:ext cx="3860703" cy="79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8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7 MODULES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609585" y="5831880"/>
            <a:ext cx="386070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Integrated from authentication to reporting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84665" y="406400"/>
            <a:ext cx="6299042" cy="4822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Sign In &amp; Account Creation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Simple user authentication and active session management.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Interactive Central Dashboard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Single-pane operational overview showing all inventory records.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Inventory Metrics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Instant summaries for total distinct items and aggregate unit counts.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Automatic Low-Stock Indicator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Real-time visual flagging when items fall under threshold levels.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Location &amp; Shelf Tracking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Distinct counts of designated stockroom bays, shelves, and zones.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Full Inventory CRUD Operations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Add, modify, and delete item details with immediate data updates.</a:t>
            </a:r>
            <a:endParaRPr lang="en-US" sz="1800" dirty="0"/>
          </a:p>
          <a:p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800" b="1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Real-Time Search &amp; Filters</a:t>
            </a:r>
            <a:pPr algn="l" marL="365760" indent="-36576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8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— Instant keyword matching by SKU or name with status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480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EXECUTION LIFECYCLE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603250"/>
            <a:ext cx="10972526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SYSTEM FLOW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1410891"/>
            <a:ext cx="1158211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How operator interactions propagate through client-side state and browser persistence.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190172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End-to-end client transaction path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9585" y="2543076"/>
            <a:ext cx="330192" cy="3302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4874" y="261927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3000276"/>
            <a:ext cx="251453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Authenticate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09585" y="3486646"/>
            <a:ext cx="2514537" cy="96827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0232" y="3607296"/>
            <a:ext cx="22732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Sign In / Register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30232" y="4049812"/>
            <a:ext cx="239389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User submits credentials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4607322"/>
            <a:ext cx="2514537" cy="96827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0232" y="4727972"/>
            <a:ext cx="22732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Session Set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0232" y="5170488"/>
            <a:ext cx="239389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Validates active session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8914" y="2543076"/>
            <a:ext cx="330192" cy="3302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44204" y="261927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8914" y="3000276"/>
            <a:ext cx="251453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Navigate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28914" y="3486646"/>
            <a:ext cx="2514537" cy="12527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9561" y="3607296"/>
            <a:ext cx="22732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Load Dashboard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549561" y="4049812"/>
            <a:ext cx="227324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Reads initial inventory list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8914" y="4891782"/>
            <a:ext cx="2514537" cy="12527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9561" y="5012432"/>
            <a:ext cx="22732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View Stock Table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549561" y="5454948"/>
            <a:ext cx="227324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Inspects items and quantities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48244" y="2314476"/>
            <a:ext cx="2514537" cy="4391124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6838" y="2543076"/>
            <a:ext cx="330192" cy="3302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92127" y="261927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76838" y="3000276"/>
            <a:ext cx="205734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Mutate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476838" y="3486646"/>
            <a:ext cx="2057349" cy="1252736"/>
          </a:xfrm>
          <a:prstGeom prst="rect">
            <a:avLst/>
          </a:prstGeom>
          <a:solidFill>
            <a:srgbClr val="FF8424"/>
          </a:solidFill>
          <a:ln w="19050">
            <a:solidFill>
              <a:srgbClr val="16171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7485" y="3607296"/>
            <a:ext cx="1816055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CRUD Action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597485" y="4049812"/>
            <a:ext cx="181605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Add, edit, or delete items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76838" y="4891782"/>
            <a:ext cx="2057349" cy="1252736"/>
          </a:xfrm>
          <a:prstGeom prst="rect">
            <a:avLst/>
          </a:prstGeom>
          <a:solidFill>
            <a:srgbClr val="FF8424"/>
          </a:solidFill>
          <a:ln w="19050">
            <a:solidFill>
              <a:srgbClr val="1617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7485" y="5012432"/>
            <a:ext cx="1816055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Form Validation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597485" y="5454948"/>
            <a:ext cx="181605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Validates SKU and counts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67573" y="2543076"/>
            <a:ext cx="330192" cy="3302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2862" y="2619276"/>
            <a:ext cx="70919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067573" y="3000276"/>
            <a:ext cx="251453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Persist &amp; Render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9067573" y="3486646"/>
            <a:ext cx="2514537" cy="12527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8220" y="3607296"/>
            <a:ext cx="22732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Save LocalStorage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9188220" y="4049812"/>
            <a:ext cx="227324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Serializes updated JSON array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67573" y="4891782"/>
            <a:ext cx="2514537" cy="1252736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88220" y="5012432"/>
            <a:ext cx="2273243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Refresh Interface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9188220" y="5454948"/>
            <a:ext cx="2273243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Re-renders table and indicators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4800"/>
            <a:ext cx="751821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CODEBASE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603250"/>
            <a:ext cx="7061023" cy="57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PROJECT STRUCTURE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127797" y="0"/>
            <a:ext cx="4063898" cy="2359025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5" name="Text 3"/>
          <p:cNvSpPr/>
          <p:nvPr/>
        </p:nvSpPr>
        <p:spPr>
          <a:xfrm>
            <a:off x="8508787" y="279400"/>
            <a:ext cx="3301917" cy="79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8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6 FILES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508787" y="1302445"/>
            <a:ext cx="330191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Modular, lightweight repository designed for rapid onboarding and evaluation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86025"/>
          <a:ext cx="10972526" cy="914400"/>
        </p:xfrm>
        <a:graphic>
          <a:graphicData uri="http://schemas.openxmlformats.org/drawingml/2006/table">
            <a:tbl>
              <a:tblPr/>
              <a:tblGrid>
                <a:gridCol w="2413932"/>
                <a:gridCol w="2413932"/>
                <a:gridCol w="6144662"/>
              </a:tblGrid>
              <a:tr h="5295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File / Artifact</a:t>
                      </a:r>
                      <a:endParaRPr lang="en-US" sz="18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Role</a:t>
                      </a:r>
                      <a:endParaRPr lang="en-US" sz="18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Functionality &amp; Scope</a:t>
                      </a:r>
                      <a:endParaRPr lang="en-US" sz="18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index.html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Authentication View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User sign-in and account registration forms.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home.html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Dashboard View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Inventory ledger, metrics cards, modal forms, and search.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auth.js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Auth Controller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Credential validation, session persistence, and logout flow.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940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inventory.js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Inventory Engine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CRUD operations, search filters, low-stock checks, and storage sync.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2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style.css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Presentation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Responsive grid layouts, design tokens, and state styling.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859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README.md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Documentation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71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Setup guide, project walkthrough, and workflow instructions.</a:t>
                      </a:r>
                      <a:endParaRPr lang="en-US" sz="16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9585" y="6375202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4E5058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Strict separation of concerns across presentation, client-side logic, and persistent storage layers.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1800"/>
            <a:ext cx="678163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ASSESSMENT &amp;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3387" y="730250"/>
            <a:ext cx="6400640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spc="18" kern="100" dirty="0">
                <a:solidFill>
                  <a:srgbClr val="16171D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33387" y="1393130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0504" y="1488380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2173" y="1431230"/>
            <a:ext cx="241284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Delivered Prototype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2173" y="1873746"/>
            <a:ext cx="2412840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Practical inventory-tracking prototype; demonstrates frontend development and Git workflow.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62202" y="1393130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99319" y="1488380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0988" y="1431230"/>
            <a:ext cx="241294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Backend &amp; Database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0988" y="1873746"/>
            <a:ext cx="241294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Backend/database development.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387" y="375324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504" y="3848497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2173" y="3791347"/>
            <a:ext cx="2412840" cy="277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Role-Based Access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2173" y="4233863"/>
            <a:ext cx="264143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Role-based access.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62202" y="375324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9319" y="3848497"/>
            <a:ext cx="71634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0988" y="3791347"/>
            <a:ext cx="2412940" cy="554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9" kern="100" dirty="0">
                <a:solidFill>
                  <a:srgbClr val="16171D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Scanning &amp; Deployment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20988" y="4511278"/>
            <a:ext cx="241294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Barcode scanning, audit history and cloud deployment.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387" y="6270625"/>
            <a:ext cx="678163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Academic Review Complete · 3rd Semester Project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22" name="Text 20"/>
          <p:cNvSpPr/>
          <p:nvPr/>
        </p:nvSpPr>
        <p:spPr>
          <a:xfrm>
            <a:off x="7696007" y="431800"/>
            <a:ext cx="4063898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spc="18" kern="100" dirty="0">
                <a:solidFill>
                  <a:srgbClr val="000000"/>
                </a:solidFill>
                <a:latin typeface="Big Shoulders ExtraBold" pitchFamily="34" charset="0"/>
                <a:ea typeface="Big Shoulders ExtraBold" pitchFamily="34" charset="-122"/>
                <a:cs typeface="Big Shoulders ExtraBold" pitchFamily="34" charset="-120"/>
              </a:rPr>
              <a:t>READY FOR REVIEW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696007" y="1120080"/>
            <a:ext cx="4063898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Project Links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96007" y="1606451"/>
            <a:ext cx="4063898" cy="1059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GitHub Repository:</a:t>
            </a:r>
            <a:pPr algn="l" indent="0" marL="0">
              <a:lnSpc>
                <a:spcPct val="117000"/>
              </a:lnSpc>
              <a:spcAft>
                <a:spcPts val="1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Add your repository URL</a:t>
            </a:r>
            <a:endParaRPr lang="en-US" sz="16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LinkedIn Article:</a:t>
            </a:r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Add your published article URL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96007" y="5834459"/>
            <a:ext cx="406389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Hanken Grotesk Bold" pitchFamily="34" charset="0"/>
                <a:ea typeface="Hanken Grotesk Bold" pitchFamily="34" charset="-122"/>
                <a:cs typeface="Hanken Grotesk Bold" pitchFamily="34" charset="-120"/>
              </a:rPr>
              <a:t>Thank you — open for questions and feedback.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727258" y="1393130"/>
            <a:ext cx="12700" cy="2131516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7" name="Shape 25"/>
          <p:cNvSpPr/>
          <p:nvPr/>
        </p:nvSpPr>
        <p:spPr>
          <a:xfrm>
            <a:off x="533387" y="3518297"/>
            <a:ext cx="3200221" cy="12700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8" name="Shape 26"/>
          <p:cNvSpPr/>
          <p:nvPr/>
        </p:nvSpPr>
        <p:spPr>
          <a:xfrm>
            <a:off x="3727258" y="3524647"/>
            <a:ext cx="12700" cy="1840012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9" name="Shape 27"/>
          <p:cNvSpPr/>
          <p:nvPr/>
        </p:nvSpPr>
        <p:spPr>
          <a:xfrm>
            <a:off x="3733607" y="3518297"/>
            <a:ext cx="3200320" cy="12700"/>
          </a:xfrm>
          <a:prstGeom prst="rect">
            <a:avLst/>
          </a:prstGeom>
          <a:solidFill>
            <a:srgbClr val="16171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2026-10-03T04:00:50Z</dcterms:created>
  <dcterms:modified xsi:type="dcterms:W3CDTF">2026-10-03T04:00:50Z</dcterms:modified>
</cp:coreProperties>
</file>